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I / VIII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328B"/>
                </a:solidFill>
                <a:latin typeface="Times New Roman"/>
              </a:defRPr>
            </a:pPr>
            <a:r>
              <a:t>AI视频制作平台技术进展报告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22222"/>
                </a:solidFill>
                <a:latin typeface="Times New Roman"/>
              </a:defRPr>
            </a:pPr>
            <a:r>
              <a:t>2025年第23周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22222"/>
                </a:solidFill>
                <a:latin typeface="Times New Roman"/>
              </a:defRPr>
            </a:pPr>
            <a:r>
              <a:t>Lumen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II / VIII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8B"/>
                </a:solidFill>
                <a:latin typeface="Times New Roman"/>
              </a:defRPr>
            </a:pPr>
            <a:r>
              <a:t>研究背景与项目概述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项目旨在构建端到端AI视频创作平台，覆盖脚本生成至成品输出全链路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本周重点推进多模态内容生成与素材检索优化两大核心模块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研究周期：2025年6月2日—6月6日，总工时42小时，任务完成率92%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III / VIII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8B"/>
                </a:solidFill>
                <a:latin typeface="Times New Roman"/>
              </a:defRPr>
            </a:pPr>
            <a:r>
              <a:t>本周研究任务完成情况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AI脚本生成功能开发完成，支持文案续写、分镜生成与角色设定（8h）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多语言字幕生成功能上线，覆盖中/英/日/韩等10+语言（6h）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视频配音/配乐功能完成，TTS语音合成与版权音乐库对接（5h）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素材检索优化，多模态向量检索召回率提升至93%（4h）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视频转场特效库内置20+效果模板（3h）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内容安全审核与版权检测API接入（4h）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IV / VIII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8B"/>
                </a:solidFill>
                <a:latin typeface="Times New Roman"/>
              </a:defRPr>
            </a:pPr>
            <a:r>
              <a:t>核心性能指标对比分析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视频生成速度：目标≤30s，实际22s，耗时降低27%（达标）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剪辑自动化准确率：目标≥85%，实际89%，提升4%（达标）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素材检索召回率：目标≥90%，实际93%，提升3%（达标）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字幕生成准确率：目标≥92%，实际90%，未达标2%（需优化）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V / VIII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8B"/>
                </a:solidFill>
                <a:latin typeface="Times New Roman"/>
              </a:defRPr>
            </a:pPr>
            <a:r>
              <a:t>研究进展：进行中项目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视频风格迁移功能开发进度50%，预计下周五完成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虚拟数字人形象定制模块启动，进度35%，预计2周内完成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视频数据分析看板开发进度60%，预计下周三上线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上述三项目为下阶段差异化竞争核心功能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VI / VIII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8B"/>
                </a:solidFill>
                <a:latin typeface="Times New Roman"/>
              </a:defRPr>
            </a:pPr>
            <a:r>
              <a:t>风险评估与应对策略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风险一：字幕准确率90%未达92%目标，OCR增强模型引入方案已制定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风险二：TTS语音合成存在延迟，已优化异步处理并预生成常用音色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风险三：版权音乐库曲目数量有限，加快与多家版权方合作谈判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整体风险可控，预计下周完成全部技术指标达标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VII / VIII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8B"/>
                </a:solidFill>
                <a:latin typeface="Times New Roman"/>
              </a:defRPr>
            </a:pPr>
            <a:r>
              <a:t>下周研究计划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目标一：完成视频风格迁移功能开发，输出研究文档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目标二：优化字幕生成准确率至92%以上，引入OCR增强模型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目标三：上线视频数据分析看板，完成数据可视化验证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目标四：推进虚拟数字人形象定制至50%，核心算法调试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  <a:latin typeface="Times New Roman"/>
              </a:defRPr>
            </a:pPr>
            <a:r>
              <a:t>§ 目标五：拓展版权音乐库曲目至500+，完成合作签约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VIII / VIII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328B"/>
                </a:solidFill>
                <a:latin typeface="Times New Roman"/>
              </a:defRPr>
            </a:pPr>
            <a:r>
              <a:t>谢谢观看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22222"/>
                </a:solidFill>
                <a:latin typeface="Times New Roman"/>
              </a:defRPr>
            </a:pPr>
            <a:r>
              <a:t>Lumen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