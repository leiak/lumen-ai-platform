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演讲者备注（可选）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页面标题（可选）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