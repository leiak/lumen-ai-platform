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封面标题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4444"/>
                </a:solidFill>
              </a:defRPr>
            </a:pPr>
            <a:r>
              <a:t>副标题（可选）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第一页标题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本周概览：总工时42h，完成任务12项，计划完成率92%。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第二页标题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第三页标题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本周完成：工程与开发、产品与增长、管理与咨询，技术指标及风险问题已解决。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