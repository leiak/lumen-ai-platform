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1A"/>
                </a:solidFill>
              </a:defRPr>
            </a:pPr>
            <a:r>
              <a:t>封面标题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4444"/>
                </a:solidFill>
              </a:defRPr>
            </a:pPr>
            <a:r>
              <a:t>副标题（可选）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第一页标题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• 要点1</a:t>
            </a:r>
          </a:p>
          <a:p>
            <a:pPr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• 要点2</a:t>
            </a:r>
          </a:p>
          <a:p>
            <a:pPr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• 要点3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第二页标题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左栏要点1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左栏要点2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右栏要点1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右栏要点2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第三页标题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• 要点1</a:t>
            </a:r>
          </a:p>
          <a:p>
            <a:pPr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• 要点2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1A1A"/>
                </a:solidFill>
              </a:defRPr>
            </a:pPr>
            <a: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