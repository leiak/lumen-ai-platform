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4444"/>
                </a:solidFill>
              </a:defRPr>
            </a:pPr>
            <a:r>
              <a:t>1/4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1A"/>
                </a:solidFill>
              </a:defRPr>
            </a:pPr>
            <a:r>
              <a:t>第一页标题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◆ 本周概览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◆ 总工时：42h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◆ 完成任务：12项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◆ 计划完成率：92%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4444"/>
                </a:solidFill>
              </a:defRPr>
            </a:pPr>
            <a:r>
              <a:t>2/4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1A"/>
                </a:solidFill>
              </a:defRPr>
            </a:pPr>
            <a:r>
              <a:t>第二页标题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44444"/>
                </a:solidFill>
              </a:defRPr>
            </a:pPr>
            <a:r>
              <a:t>◆ 工程与开发</a:t>
            </a:r>
          </a:p>
          <a:p>
            <a:pPr>
              <a:spcAft>
                <a:spcPts val="1000"/>
              </a:spcAft>
              <a:defRPr sz="1800">
                <a:solidFill>
                  <a:srgbClr val="444444"/>
                </a:solidFill>
              </a:defRPr>
            </a:pPr>
            <a:r>
              <a:t>◆ 支持文案续写、分镜生成、角色设定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44444"/>
                </a:solidFill>
              </a:defRPr>
            </a:pPr>
            <a:r>
              <a:t>◆ 多语言字幕生成功能</a:t>
            </a:r>
          </a:p>
          <a:p>
            <a:pPr>
              <a:spcAft>
                <a:spcPts val="1000"/>
              </a:spcAft>
              <a:defRPr sz="1800">
                <a:solidFill>
                  <a:srgbClr val="444444"/>
                </a:solidFill>
              </a:defRPr>
            </a:pPr>
            <a:r>
              <a:t>◆ 视频配音/配乐功能</a:t>
            </a:r>
          </a:p>
          <a:p>
            <a:pPr>
              <a:spcAft>
                <a:spcPts val="1000"/>
              </a:spcAft>
              <a:defRPr sz="1800">
                <a:solidFill>
                  <a:srgbClr val="444444"/>
                </a:solidFill>
              </a:defRPr>
            </a:pPr>
            <a:r>
              <a:t>◆ 素材检索优化</a:t>
            </a:r>
          </a:p>
          <a:p>
            <a:pPr>
              <a:spcAft>
                <a:spcPts val="1000"/>
              </a:spcAft>
              <a:defRPr sz="1800">
                <a:solidFill>
                  <a:srgbClr val="444444"/>
                </a:solidFill>
              </a:defRPr>
            </a:pPr>
            <a:r>
              <a:t>◆ 用户作品预览功能</a:t>
            </a:r>
          </a:p>
          <a:p>
            <a:pPr>
              <a:spcAft>
                <a:spcPts val="1000"/>
              </a:spcAft>
              <a:defRPr sz="1800">
                <a:solidFill>
                  <a:srgbClr val="444444"/>
                </a:solidFill>
              </a:defRPr>
            </a:pPr>
            <a:r>
              <a:t>◆ 用户增长策略制定</a:t>
            </a:r>
          </a:p>
          <a:p>
            <a:pPr>
              <a:spcAft>
                <a:spcPts val="1000"/>
              </a:spcAft>
              <a:defRPr sz="1800">
                <a:solidFill>
                  <a:srgbClr val="444444"/>
                </a:solidFill>
              </a:defRPr>
            </a:pPr>
            <a:r>
              <a:t>◆ AEO 关键词布局</a:t>
            </a:r>
          </a:p>
          <a:p>
            <a:pPr>
              <a:spcAft>
                <a:spcPts val="1000"/>
              </a:spcAft>
              <a:defRPr sz="1800">
                <a:solidFill>
                  <a:srgbClr val="444444"/>
                </a:solidFill>
              </a:defRPr>
            </a:pPr>
            <a:r>
              <a:t>◆ 产品使用手册编写</a:t>
            </a:r>
          </a:p>
          <a:p>
            <a:pPr>
              <a:spcAft>
                <a:spcPts val="1000"/>
              </a:spcAft>
              <a:defRPr sz="1800">
                <a:solidFill>
                  <a:srgbClr val="444444"/>
                </a:solidFill>
              </a:defRPr>
            </a:pPr>
            <a:r>
              <a:t>◆ 第三方合作洽谈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4444"/>
                </a:solidFill>
              </a:defRPr>
            </a:pPr>
            <a:r>
              <a:t>3/4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1A"/>
                </a:solidFill>
              </a:defRPr>
            </a:pPr>
            <a:r>
              <a:t>第三页标题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◆ 本周完成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◆ 计划完成率：92%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4444"/>
                </a:solidFill>
              </a:defRPr>
            </a:pPr>
            <a:r>
              <a:t>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A1A1A"/>
                </a:solidFill>
              </a:defRPr>
            </a:pPr>
            <a: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977639"/>
            <a:ext cx="3047695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44444"/>
                </a:solidFill>
              </a:defRPr>
            </a:pPr>
            <a:r>
              <a:t>Lumen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