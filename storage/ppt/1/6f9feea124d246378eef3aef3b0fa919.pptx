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1/9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AI视频制作平台周报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37560"/>
            <a:ext cx="21332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  <a:latin typeface="Calibri"/>
              </a:defRPr>
            </a:pPr>
            <a:r>
              <a:t>2025年第23周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Lumen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本周工作概览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总工时 42h，完成 12 项任务，计划完成率 92%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新增 6 项工程开发成果，产品与增长 3 项突破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合规审核优化 + 版权检测 API 接入完成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工程开发核心成果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AI 脚本生成功能上线，支持文案续写与分镜生成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多语言字幕生成发布，覆盖中/英/日/韩等 10+ 语言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视频配音/配乐功能完成，TTS 语音合成 + 版权音乐库对接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产品增长与运营成果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用户增长策略制定完成，拉新促活留存方案落地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AEO 关键词布局推进，短视频平台 SEO 优化启动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产品使用手册编写完成，用户引导体系建立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核心 KPI 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视频生成速度：22s（目标≤30s），效率提升 27%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素材检索召回率：93%（目标≥90%），超出预期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剪辑自动化准确率：89%（目标≥85%），提升 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进行中任务进度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视频风格迁移功能开发 50%，预计下周五完成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虚拟数字人形象定制 35%，预计 2 周内完成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视频数据分析看板 60%，预计下周三上线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风险识别与应对措施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▪ TTS 语音合成存在延迟，影响用户体验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▪ 字幕准确率 90%，未达 92% 目标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▪ 版权音乐库曲目数量有限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▪ 优化异步处理，预生成常用音色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▪ 引入 OCR 增强模型，下周专项优化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▪ 加快与多家版权方合作对接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下周核心计划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完成视频风格迁移功能开发并上线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优化字幕生成准确率至 92%+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▪ 上线视频数据分析看板，虚拟数字人定制完成 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F4E79"/>
                </a:solidFill>
                <a:latin typeface="Calibri"/>
              </a:defRPr>
            </a:pPr>
            <a: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77639"/>
            <a:ext cx="3047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Lumen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