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1A1A1A"/>
                </a:solidFill>
              </a:defRPr>
            </a:pPr>
            <a:r>
              <a:t>封面标题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0175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444444"/>
                </a:solidFill>
              </a:defRPr>
            </a:pPr>
            <a:r>
              <a:t>副标题（可选）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</a:defRPr>
            </a:pPr>
            <a:r>
              <a:t>第一页标题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  <a:r>
              <a:t>• 要点1</a:t>
            </a:r>
          </a:p>
          <a:p>
            <a:pPr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  <a:r>
              <a:t>• 要点2</a:t>
            </a:r>
          </a:p>
          <a:p>
            <a:pPr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  <a:r>
              <a:t>• 要点3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</a:defRPr>
            </a:pPr>
            <a:r>
              <a:t>第二页标题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444444"/>
                </a:solidFill>
              </a:defRPr>
            </a:pPr>
            <a:r>
              <a:t>• 左栏要点1</a:t>
            </a:r>
          </a:p>
          <a:p>
            <a:pPr>
              <a:spcAft>
                <a:spcPts val="600"/>
              </a:spcAft>
              <a:defRPr sz="1800">
                <a:solidFill>
                  <a:srgbClr val="444444"/>
                </a:solidFill>
              </a:defRPr>
            </a:pPr>
            <a:r>
              <a:t>• 左栏要点2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1887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444444"/>
                </a:solidFill>
              </a:defRPr>
            </a:pPr>
            <a:r>
              <a:t>• 右栏要点1</a:t>
            </a:r>
          </a:p>
          <a:p>
            <a:pPr>
              <a:spcAft>
                <a:spcPts val="600"/>
              </a:spcAft>
              <a:defRPr sz="1800">
                <a:solidFill>
                  <a:srgbClr val="444444"/>
                </a:solidFill>
              </a:defRPr>
            </a:pPr>
            <a:r>
              <a:t>• 右栏要点2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</a:defRPr>
            </a:pPr>
            <a:r>
              <a:t>第三页标题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  <a:r>
              <a:t>• 要点1</a:t>
            </a:r>
          </a:p>
          <a:p>
            <a:pPr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  <a:r>
              <a:t>• 要点2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