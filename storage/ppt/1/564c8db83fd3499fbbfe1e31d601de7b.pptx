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演讲者备注（可选）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328B"/>
                </a:solidFill>
              </a:defRPr>
            </a:pPr>
            <a:r>
              <a:t>页面标题（可选）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22222"/>
                </a:solidFill>
              </a:defRPr>
            </a:pPr>
            <a:r>
              <a:t>副标题（可选）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