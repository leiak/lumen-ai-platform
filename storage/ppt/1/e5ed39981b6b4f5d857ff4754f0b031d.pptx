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</a:defRPr>
            </a:pPr>
            <a:r>
              <a:t>1/5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</a:defRPr>
            </a:pPr>
            <a:r>
              <a:t>第一页标题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◆ 本周概览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◆ 视频风格迁移功能开发完成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◆ 字幕生成准确率提升至92%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</a:defRPr>
            </a:pPr>
            <a:r>
              <a:t>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</a:defRPr>
            </a:pPr>
            <a:r>
              <a:t>第二页标题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左栏任务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右栏任务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右栏任务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左栏任务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</a:defRPr>
            </a:pPr>
            <a:r>
              <a:t>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</a:defRPr>
            </a:pPr>
            <a:r>
              <a:t>第三页标题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◆ 视频风格迁移功能开发完成</a:t>
            </a:r>
          </a:p>
          <a:p>
            <a:pPr>
              <a:spcAft>
                <a:spcPts val="1400"/>
              </a:spcAft>
              <a:defRPr sz="2000">
                <a:solidFill>
                  <a:srgbClr val="222222"/>
                </a:solidFill>
              </a:defRPr>
            </a:pPr>
            <a:r>
              <a:t>◆ 优化字幕生成准确率至92%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</a:defRPr>
            </a:pPr>
            <a:r>
              <a:t>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73152" cy="914400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328B"/>
                </a:solidFill>
              </a:defRPr>
            </a:pPr>
            <a:r>
              <a:t>第四页标题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60175" cy="52120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左栏任务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右栏任务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右栏任务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◆ 左栏任务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3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222222"/>
                </a:solidFill>
              </a:defRPr>
            </a:pPr>
            <a:r>
              <a:t>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0328B"/>
                </a:solidFill>
              </a:defRPr>
            </a:pPr>
            <a: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77639"/>
            <a:ext cx="3047695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22222"/>
                </a:solidFill>
              </a:defRPr>
            </a:pPr>
            <a:r>
              <a:t>Lumen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