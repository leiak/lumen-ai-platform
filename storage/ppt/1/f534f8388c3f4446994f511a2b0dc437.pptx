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脚本生成调用量</c:v>
                </c:pt>
              </c:strCache>
            </c:strRef>
          </c:tx>
          <c:spPr>
            <a:solidFill>
              <a:srgbClr val="4682B4"/>
            </a:solidFill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145</c:v>
                </c:pt>
                <c:pt idx="2">
                  <c:v>168</c:v>
                </c:pt>
                <c:pt idx="3">
                  <c:v>132</c:v>
                </c:pt>
                <c:pt idx="4">
                  <c:v>190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字幕生成调用量</c:v>
                </c:pt>
              </c:strCache>
            </c:strRef>
          </c:tx>
          <c:spPr>
            <a:solidFill>
              <a:srgbClr val="B22222"/>
            </a:solidFill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110</c:v>
                </c:pt>
                <c:pt idx="2">
                  <c:v>135</c:v>
                </c:pt>
                <c:pt idx="3">
                  <c:v>120</c:v>
                </c:pt>
                <c:pt idx="4">
                  <c:v>165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328B"/>
                </a:solidFill>
                <a:latin typeface="Times New Roman"/>
              </a:defRPr>
            </a:pPr>
            <a:r>
              <a:t>AI视频制作平台周报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22222"/>
                </a:solidFill>
                <a:latin typeface="Times New Roman"/>
              </a:defRPr>
            </a:pPr>
            <a:r>
              <a:t>基于大语言模型的智能视频创作技术研究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22222"/>
                </a:solidFill>
                <a:latin typeface="Times New Roman"/>
              </a:defRPr>
            </a:pPr>
            <a:r>
              <a:t>AI Video Platform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II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研究背景与目标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研究背景：生成式AI驱动视频内容生产效率革命（2024年市场规模达127亿美元）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研究目标：构建端到端智能视频制作平台，实现文案生成到成片的自动化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核心指标：视频制作效率提升80%，素材检索召回率≥90%，多语言支持≥10种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研究方法：采用多模态大语言模型结合计算机视觉技术实现跨模态内容理解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III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本周研究进展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AI脚本生成功能已上线（支持文案续写、分镜生成、角色设定）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多语言字幕生成已发布（支持中英日韩等10+语言，准确率90%）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素材检索召回率优化至93%（多模态向量检索方案验证有效）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视频转场特效库已构建（内置20+转场效果模板）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视频风格迁移功能开发中（当前进度50%）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虚拟数字人形象定制启动（当前进度35%）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视频配音配乐功能集成（TTS语音合成+版权音乐库对接）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数据分析看板开发中（当前进度60%）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IV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8B"/>
                </a:solidFill>
                <a:latin typeface="Times New Roman"/>
              </a:defRPr>
            </a:pPr>
            <a:r>
              <a:t>技术指标与性能数据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280160"/>
          <a:ext cx="10058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关键技术方法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多模态检索：基于CLIP模型实现文本-视频跨模态匹配，召回率提升至93%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语音合成：采用端到端TTS架构，支持情感控制和声音克隆，平均延迟&lt;500ms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字幕生成：OCR增强模型结合NLP纠错，准确率达90%（目标92%需进一步优化）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素材检索：构建多维特征向量空间，融合视觉特征与语义特征进行相似度计算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VI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正在进行的研究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视频风格迁移研究：探索基于扩散模型的风格可控生成技术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虚拟数字人：构建高拟真数字人形象，支持个性化定制与驱动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研究进度：风格迁移50%，数字人35%，预计下周五前完成风格迁移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研究挑战：生成一致性控制、实时渲染性能优化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实验方案：对比测试Diffusion与GAN在风格迁移中的效果差异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Times New Roman"/>
              </a:defRPr>
            </a:pPr>
            <a:r>
              <a:t>§ 预期成果：实现3种以上风格迁移，支持4K实时预览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VII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风险分析与改进方案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字幕准确率未达标：当前90% vs 目标92%，根因为OCR模型对特殊字体识别率低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改进方案：引入增强型OCR模型，增加特殊字体训练数据，预计下周达标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版权合规风险：素材来源追溯机制待完善，存在潜在侵权风险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改进方案：接入版权检测API，建立素材白名单机制，确保合规性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VIII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研究结论与下阶段计划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结论：本周核心功能上线验证了多模态大模型在视频制作中的可行性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结论：素材检索召回率达93%，证明向量检索方案有效，后续可扩展至百万级素材库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计划：下周完成视频风格迁移功能开发，字幕准确率优化至92%以上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计划：启动虚拟数字人形象定制第二阶段开发，目标下周五前完成50%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IX /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328B"/>
                </a:solidFill>
                <a:latin typeface="Times New Roman"/>
              </a:defRPr>
            </a:pPr>
            <a: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22222"/>
                </a:solidFill>
                <a:latin typeface="Times New Roman"/>
              </a:defRPr>
            </a:pPr>
            <a:r>
              <a:t>AI Video Platform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