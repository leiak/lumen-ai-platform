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772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1A1A1A"/>
                </a:solidFill>
              </a:defRPr>
            </a:pPr>
            <a:r>
              <a:t>封面标题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0175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4444"/>
                </a:solidFill>
              </a:defRPr>
            </a:pPr>
            <a:r>
              <a:t>副标题（可选）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第一页标题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1277295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4444"/>
                </a:solidFill>
              </a:defRPr>
            </a:pPr>
            <a:r>
              <a:t>• 用户：都有什么技能？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A1A1A"/>
                </a:solidFill>
              </a:defRPr>
            </a:pPr>
            <a:r>
              <a:t>第二页标题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左栏要点1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左栏要点2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右栏要点1</a:t>
            </a:r>
          </a:p>
          <a:p>
            <a:pPr>
              <a:spcAft>
                <a:spcPts val="600"/>
              </a:spcAft>
              <a:defRPr sz="1800">
                <a:solidFill>
                  <a:srgbClr val="444444"/>
                </a:solidFill>
              </a:defRPr>
            </a:pPr>
            <a:r>
              <a:t>• 右栏要点2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1A1A1A"/>
                </a:solidFill>
              </a:defRPr>
            </a:pPr>
            <a:r>
              <a:t>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